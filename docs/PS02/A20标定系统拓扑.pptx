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4CFC-1435-4F0E-AB7C-96082963FDA8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02C5F-E907-43AE-9183-761FB9CD5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53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4CFC-1435-4F0E-AB7C-96082963FDA8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02C5F-E907-43AE-9183-761FB9CD5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606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4CFC-1435-4F0E-AB7C-96082963FDA8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02C5F-E907-43AE-9183-761FB9CD5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244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4CFC-1435-4F0E-AB7C-96082963FDA8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02C5F-E907-43AE-9183-761FB9CD5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267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4CFC-1435-4F0E-AB7C-96082963FDA8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02C5F-E907-43AE-9183-761FB9CD5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92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4CFC-1435-4F0E-AB7C-96082963FDA8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02C5F-E907-43AE-9183-761FB9CD5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458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4CFC-1435-4F0E-AB7C-96082963FDA8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02C5F-E907-43AE-9183-761FB9CD5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168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4CFC-1435-4F0E-AB7C-96082963FDA8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02C5F-E907-43AE-9183-761FB9CD5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95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4CFC-1435-4F0E-AB7C-96082963FDA8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02C5F-E907-43AE-9183-761FB9CD5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686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4CFC-1435-4F0E-AB7C-96082963FDA8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02C5F-E907-43AE-9183-761FB9CD5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672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4CFC-1435-4F0E-AB7C-96082963FDA8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02C5F-E907-43AE-9183-761FB9CD5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490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34CFC-1435-4F0E-AB7C-96082963FDA8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02C5F-E907-43AE-9183-761FB9CD5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22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A20</a:t>
            </a:r>
            <a:r>
              <a:rPr lang="zh-CN" altLang="en-US" dirty="0"/>
              <a:t>标定系统拓扑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004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3808" y="387640"/>
            <a:ext cx="8690994" cy="4349692"/>
            <a:chOff x="998290" y="503339"/>
            <a:chExt cx="8690994" cy="4349692"/>
          </a:xfrm>
        </p:grpSpPr>
        <p:sp>
          <p:nvSpPr>
            <p:cNvPr id="16" name="矩形 15"/>
            <p:cNvSpPr/>
            <p:nvPr/>
          </p:nvSpPr>
          <p:spPr>
            <a:xfrm>
              <a:off x="998290" y="1291905"/>
              <a:ext cx="8690994" cy="237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矩形 3"/>
            <p:cNvSpPr/>
            <p:nvPr/>
          </p:nvSpPr>
          <p:spPr>
            <a:xfrm>
              <a:off x="3607265" y="503339"/>
              <a:ext cx="2457975" cy="6543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PC</a:t>
              </a: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3607265" y="1452693"/>
              <a:ext cx="2457975" cy="6543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24</a:t>
              </a:r>
              <a:r>
                <a:rPr lang="zh-CN" altLang="en-US" dirty="0" smtClean="0"/>
                <a:t>口串口服务器</a:t>
              </a: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1241570" y="2695661"/>
              <a:ext cx="1048626" cy="6543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工装板</a:t>
              </a:r>
              <a:r>
                <a:rPr lang="en-US" altLang="zh-CN" dirty="0" smtClean="0"/>
                <a:t>1</a:t>
              </a:r>
              <a:endParaRPr lang="zh-CN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1241570" y="4198689"/>
              <a:ext cx="1048626" cy="6543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模块</a:t>
              </a:r>
              <a:r>
                <a:rPr lang="en-US" altLang="zh-CN" dirty="0" smtClean="0"/>
                <a:t>1</a:t>
              </a:r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652318" y="2695661"/>
              <a:ext cx="1048626" cy="6543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工装板</a:t>
              </a:r>
              <a:r>
                <a:rPr lang="en-US" altLang="zh-CN" dirty="0" smtClean="0"/>
                <a:t>1</a:t>
              </a:r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2652318" y="4198689"/>
              <a:ext cx="1048626" cy="6543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模块</a:t>
              </a:r>
              <a:r>
                <a:rPr lang="en-US" altLang="zh-CN" dirty="0" smtClean="0"/>
                <a:t>1</a:t>
              </a:r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4063066" y="2695661"/>
              <a:ext cx="1048626" cy="6543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工装板</a:t>
              </a:r>
              <a:r>
                <a:rPr lang="en-US" altLang="zh-CN" dirty="0" smtClean="0"/>
                <a:t>1</a:t>
              </a: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4063066" y="4198689"/>
              <a:ext cx="1048626" cy="6543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模块</a:t>
              </a:r>
              <a:r>
                <a:rPr lang="en-US" altLang="zh-CN" dirty="0" smtClean="0"/>
                <a:t>1</a:t>
              </a:r>
              <a:endParaRPr lang="zh-CN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6670645" y="2695661"/>
              <a:ext cx="1048626" cy="6543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工装板</a:t>
              </a:r>
              <a:r>
                <a:rPr lang="en-US" altLang="zh-CN" dirty="0" smtClean="0"/>
                <a:t>1</a:t>
              </a:r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6670645" y="4198689"/>
              <a:ext cx="1048626" cy="6543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模块</a:t>
              </a:r>
              <a:r>
                <a:rPr lang="en-US" altLang="zh-CN" dirty="0" smtClean="0"/>
                <a:t>1</a:t>
              </a:r>
              <a:endParaRPr lang="zh-CN" alt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8229598" y="2695661"/>
              <a:ext cx="1048626" cy="6543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校准板</a:t>
              </a:r>
              <a:endParaRPr lang="zh-CN" altLang="en-US" dirty="0"/>
            </a:p>
          </p:txBody>
        </p:sp>
        <p:cxnSp>
          <p:nvCxnSpPr>
            <p:cNvPr id="18" name="直接连接符 17"/>
            <p:cNvCxnSpPr>
              <a:stCxn id="4" idx="2"/>
              <a:endCxn id="5" idx="0"/>
            </p:cNvCxnSpPr>
            <p:nvPr/>
          </p:nvCxnSpPr>
          <p:spPr>
            <a:xfrm>
              <a:off x="4836253" y="1157681"/>
              <a:ext cx="0" cy="2950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5" idx="2"/>
              <a:endCxn id="6" idx="0"/>
            </p:cNvCxnSpPr>
            <p:nvPr/>
          </p:nvCxnSpPr>
          <p:spPr>
            <a:xfrm flipH="1">
              <a:off x="1765883" y="2107035"/>
              <a:ext cx="3070370" cy="588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5" idx="2"/>
              <a:endCxn id="9" idx="0"/>
            </p:cNvCxnSpPr>
            <p:nvPr/>
          </p:nvCxnSpPr>
          <p:spPr>
            <a:xfrm flipH="1">
              <a:off x="3176631" y="2107035"/>
              <a:ext cx="1659622" cy="588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5" idx="2"/>
              <a:endCxn id="11" idx="0"/>
            </p:cNvCxnSpPr>
            <p:nvPr/>
          </p:nvCxnSpPr>
          <p:spPr>
            <a:xfrm flipH="1">
              <a:off x="4587379" y="2107035"/>
              <a:ext cx="248874" cy="588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>
              <a:stCxn id="5" idx="2"/>
              <a:endCxn id="13" idx="0"/>
            </p:cNvCxnSpPr>
            <p:nvPr/>
          </p:nvCxnSpPr>
          <p:spPr>
            <a:xfrm>
              <a:off x="4836253" y="2107035"/>
              <a:ext cx="2358705" cy="588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>
              <a:stCxn id="5" idx="2"/>
              <a:endCxn id="15" idx="0"/>
            </p:cNvCxnSpPr>
            <p:nvPr/>
          </p:nvCxnSpPr>
          <p:spPr>
            <a:xfrm>
              <a:off x="4836253" y="2107035"/>
              <a:ext cx="3917658" cy="588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>
              <a:stCxn id="6" idx="2"/>
              <a:endCxn id="8" idx="0"/>
            </p:cNvCxnSpPr>
            <p:nvPr/>
          </p:nvCxnSpPr>
          <p:spPr>
            <a:xfrm>
              <a:off x="1765883" y="3350003"/>
              <a:ext cx="0" cy="8486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>
              <a:stCxn id="9" idx="2"/>
              <a:endCxn id="10" idx="0"/>
            </p:cNvCxnSpPr>
            <p:nvPr/>
          </p:nvCxnSpPr>
          <p:spPr>
            <a:xfrm>
              <a:off x="3176631" y="3350003"/>
              <a:ext cx="0" cy="8486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11" idx="2"/>
              <a:endCxn id="12" idx="0"/>
            </p:cNvCxnSpPr>
            <p:nvPr/>
          </p:nvCxnSpPr>
          <p:spPr>
            <a:xfrm>
              <a:off x="4587379" y="3350003"/>
              <a:ext cx="0" cy="8486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endCxn id="14" idx="0"/>
            </p:cNvCxnSpPr>
            <p:nvPr/>
          </p:nvCxnSpPr>
          <p:spPr>
            <a:xfrm>
              <a:off x="7194958" y="3414319"/>
              <a:ext cx="0" cy="784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4978866" y="1107239"/>
              <a:ext cx="943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网线</a:t>
              </a:r>
              <a:endParaRPr lang="zh-CN" altLang="en-US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279710" y="2225880"/>
              <a:ext cx="52515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串口</a:t>
              </a:r>
              <a:endParaRPr lang="zh-CN" altLang="en-US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50627" y="3730305"/>
              <a:ext cx="7793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应用程序：</a:t>
              </a:r>
              <a:r>
                <a:rPr lang="en-US" altLang="zh-CN" dirty="0" smtClean="0"/>
                <a:t>MODBUS-RTU                 </a:t>
              </a:r>
              <a:r>
                <a:rPr lang="zh-CN" altLang="en-US" dirty="0" smtClean="0"/>
                <a:t>升级：</a:t>
              </a:r>
              <a:r>
                <a:rPr lang="en-US" altLang="zh-CN" dirty="0" smtClean="0"/>
                <a:t>CPPIV3</a:t>
              </a:r>
              <a:endParaRPr lang="zh-CN" altLang="en-US" dirty="0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66090" y="4954046"/>
            <a:ext cx="32321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标定系统任务：</a:t>
            </a:r>
            <a:endParaRPr lang="en-US" altLang="zh-CN" dirty="0" smtClean="0"/>
          </a:p>
          <a:p>
            <a:r>
              <a:rPr lang="en-US" altLang="zh-CN" dirty="0" smtClean="0"/>
              <a:t>1-</a:t>
            </a:r>
            <a:r>
              <a:rPr lang="zh-CN" altLang="en-US" dirty="0" smtClean="0"/>
              <a:t>控制工装板进行模块扫描；</a:t>
            </a:r>
            <a:endParaRPr lang="en-US" altLang="zh-CN" dirty="0" smtClean="0"/>
          </a:p>
          <a:p>
            <a:r>
              <a:rPr lang="en-US" altLang="zh-CN" dirty="0" smtClean="0"/>
              <a:t>2-</a:t>
            </a:r>
            <a:r>
              <a:rPr lang="zh-CN" altLang="en-US" dirty="0" smtClean="0"/>
              <a:t>校准工装板</a:t>
            </a:r>
            <a:endParaRPr lang="en-US" altLang="zh-CN" dirty="0" smtClean="0"/>
          </a:p>
          <a:p>
            <a:r>
              <a:rPr lang="en-US" altLang="zh-CN" dirty="0" smtClean="0"/>
              <a:t>3-</a:t>
            </a:r>
            <a:r>
              <a:rPr lang="zh-CN" altLang="en-US" dirty="0" smtClean="0"/>
              <a:t>校准校准板</a:t>
            </a:r>
            <a:endParaRPr lang="en-US" altLang="zh-CN" dirty="0" smtClean="0"/>
          </a:p>
          <a:p>
            <a:r>
              <a:rPr lang="en-US" altLang="zh-CN" dirty="0" smtClean="0"/>
              <a:t>4-</a:t>
            </a:r>
            <a:r>
              <a:rPr lang="zh-CN" altLang="en-US" dirty="0" smtClean="0"/>
              <a:t>模块升级；</a:t>
            </a:r>
            <a:endParaRPr lang="en-US" altLang="zh-CN" dirty="0" smtClean="0"/>
          </a:p>
          <a:p>
            <a:r>
              <a:rPr lang="en-US" altLang="zh-CN" dirty="0" smtClean="0"/>
              <a:t>5-</a:t>
            </a:r>
            <a:r>
              <a:rPr lang="zh-CN" altLang="en-US" dirty="0" smtClean="0"/>
              <a:t>标定模块；</a:t>
            </a:r>
            <a:endParaRPr lang="en-US" altLang="zh-CN" dirty="0" smtClean="0"/>
          </a:p>
          <a:p>
            <a:r>
              <a:rPr lang="en-US" altLang="zh-CN" dirty="0" smtClean="0"/>
              <a:t>6-</a:t>
            </a:r>
            <a:r>
              <a:rPr lang="zh-CN" altLang="en-US" dirty="0" smtClean="0"/>
              <a:t>控制标准器（</a:t>
            </a:r>
            <a:r>
              <a:rPr lang="en-US" altLang="zh-CN" dirty="0" smtClean="0"/>
              <a:t>860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7-</a:t>
            </a:r>
            <a:r>
              <a:rPr lang="zh-CN" altLang="en-US" dirty="0" smtClean="0"/>
              <a:t>控制温箱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132321" y="205878"/>
            <a:ext cx="4115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校准工装</a:t>
            </a:r>
            <a:r>
              <a:rPr lang="zh-CN" altLang="en-US" dirty="0" smtClean="0"/>
              <a:t>板：</a:t>
            </a:r>
            <a:r>
              <a:rPr lang="en-US" altLang="zh-CN" dirty="0" smtClean="0"/>
              <a:t>1-</a:t>
            </a:r>
            <a:r>
              <a:rPr lang="zh-CN" altLang="en-US" dirty="0" smtClean="0"/>
              <a:t>读取校准板的标准值；</a:t>
            </a:r>
            <a:endParaRPr lang="en-US" altLang="zh-CN" dirty="0" smtClean="0"/>
          </a:p>
          <a:p>
            <a:r>
              <a:rPr lang="en-US" altLang="zh-CN" dirty="0" smtClean="0"/>
              <a:t>2-</a:t>
            </a:r>
            <a:r>
              <a:rPr lang="zh-CN" altLang="en-US" dirty="0" smtClean="0"/>
              <a:t>依次校准</a:t>
            </a:r>
            <a:r>
              <a:rPr lang="en-US" altLang="zh-CN" dirty="0" smtClean="0"/>
              <a:t>16</a:t>
            </a:r>
            <a:r>
              <a:rPr lang="zh-CN" altLang="en-US" dirty="0" smtClean="0"/>
              <a:t>各工装板</a:t>
            </a:r>
            <a:endParaRPr lang="en-US" altLang="zh-CN" dirty="0"/>
          </a:p>
        </p:txBody>
      </p:sp>
      <p:sp>
        <p:nvSpPr>
          <p:cNvPr id="17" name="矩形 16"/>
          <p:cNvSpPr/>
          <p:nvPr/>
        </p:nvSpPr>
        <p:spPr>
          <a:xfrm>
            <a:off x="3952897" y="4952218"/>
            <a:ext cx="66736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校准校准</a:t>
            </a:r>
            <a:r>
              <a:rPr lang="zh-CN" altLang="en-US" dirty="0" smtClean="0"/>
              <a:t>板：标准器</a:t>
            </a:r>
            <a:r>
              <a:rPr lang="en-US" altLang="zh-CN" dirty="0" smtClean="0"/>
              <a:t>685</a:t>
            </a:r>
            <a:r>
              <a:rPr lang="zh-CN" altLang="en-US" dirty="0" smtClean="0"/>
              <a:t>；单独做一个功能模块；校准周期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月；</a:t>
            </a:r>
            <a:endParaRPr lang="en-US" altLang="zh-CN" dirty="0" smtClean="0"/>
          </a:p>
          <a:p>
            <a:r>
              <a:rPr lang="zh-CN" altLang="en-US" dirty="0" smtClean="0"/>
              <a:t>校准内容：电压</a:t>
            </a:r>
            <a:r>
              <a:rPr lang="en-US" altLang="zh-CN" dirty="0" smtClean="0"/>
              <a:t>0</a:t>
            </a:r>
            <a:r>
              <a:rPr lang="zh-CN" altLang="en-US" dirty="0" smtClean="0"/>
              <a:t>点和满度，电流</a:t>
            </a:r>
            <a:r>
              <a:rPr lang="en-US" altLang="zh-CN" dirty="0" smtClean="0"/>
              <a:t>0</a:t>
            </a:r>
            <a:r>
              <a:rPr lang="zh-CN" altLang="en-US" dirty="0" smtClean="0"/>
              <a:t>点和满度；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20578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63808" y="1176206"/>
            <a:ext cx="8690994" cy="23740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dirty="0">
                <a:solidFill>
                  <a:schemeClr val="tx1"/>
                </a:solidFill>
              </a:rPr>
              <a:t>信号采集箱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72783" y="387640"/>
            <a:ext cx="2457975" cy="65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PC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972783" y="1336994"/>
            <a:ext cx="2457975" cy="65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24</a:t>
            </a:r>
            <a:r>
              <a:rPr lang="zh-CN" altLang="en-US" dirty="0" smtClean="0"/>
              <a:t>口串口服务器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07088" y="2579962"/>
            <a:ext cx="1048626" cy="65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工装板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07088" y="4519218"/>
            <a:ext cx="1048626" cy="65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模块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017836" y="2579962"/>
            <a:ext cx="1048626" cy="65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工装板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017836" y="4519218"/>
            <a:ext cx="1048626" cy="65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模块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428584" y="2579962"/>
            <a:ext cx="1048626" cy="65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工装板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428584" y="4519218"/>
            <a:ext cx="1048626" cy="65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模块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036163" y="2579962"/>
            <a:ext cx="1048626" cy="65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工装板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036163" y="4519218"/>
            <a:ext cx="1048626" cy="65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模块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7595116" y="2579962"/>
            <a:ext cx="1048626" cy="654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校准板</a:t>
            </a:r>
            <a:endParaRPr lang="zh-CN" altLang="en-US" dirty="0"/>
          </a:p>
        </p:txBody>
      </p:sp>
      <p:cxnSp>
        <p:nvCxnSpPr>
          <p:cNvPr id="15" name="直接连接符 14"/>
          <p:cNvCxnSpPr>
            <a:stCxn id="4" idx="2"/>
            <a:endCxn id="5" idx="0"/>
          </p:cNvCxnSpPr>
          <p:nvPr/>
        </p:nvCxnSpPr>
        <p:spPr>
          <a:xfrm>
            <a:off x="4201771" y="1041982"/>
            <a:ext cx="0" cy="295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5" idx="2"/>
            <a:endCxn id="6" idx="0"/>
          </p:cNvCxnSpPr>
          <p:nvPr/>
        </p:nvCxnSpPr>
        <p:spPr>
          <a:xfrm flipH="1">
            <a:off x="1131401" y="1991336"/>
            <a:ext cx="3070370" cy="588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5" idx="2"/>
            <a:endCxn id="8" idx="0"/>
          </p:cNvCxnSpPr>
          <p:nvPr/>
        </p:nvCxnSpPr>
        <p:spPr>
          <a:xfrm flipH="1">
            <a:off x="2542149" y="1991336"/>
            <a:ext cx="1659622" cy="588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5" idx="2"/>
            <a:endCxn id="10" idx="0"/>
          </p:cNvCxnSpPr>
          <p:nvPr/>
        </p:nvCxnSpPr>
        <p:spPr>
          <a:xfrm flipH="1">
            <a:off x="3952897" y="1991336"/>
            <a:ext cx="248874" cy="588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5" idx="2"/>
            <a:endCxn id="12" idx="0"/>
          </p:cNvCxnSpPr>
          <p:nvPr/>
        </p:nvCxnSpPr>
        <p:spPr>
          <a:xfrm>
            <a:off x="4201771" y="1991336"/>
            <a:ext cx="2358705" cy="588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5" idx="2"/>
            <a:endCxn id="14" idx="0"/>
          </p:cNvCxnSpPr>
          <p:nvPr/>
        </p:nvCxnSpPr>
        <p:spPr>
          <a:xfrm>
            <a:off x="4201771" y="1991336"/>
            <a:ext cx="3917658" cy="588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6" idx="2"/>
            <a:endCxn id="7" idx="0"/>
          </p:cNvCxnSpPr>
          <p:nvPr/>
        </p:nvCxnSpPr>
        <p:spPr>
          <a:xfrm>
            <a:off x="1131401" y="3234304"/>
            <a:ext cx="0" cy="1284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8" idx="2"/>
            <a:endCxn id="9" idx="0"/>
          </p:cNvCxnSpPr>
          <p:nvPr/>
        </p:nvCxnSpPr>
        <p:spPr>
          <a:xfrm>
            <a:off x="2542149" y="3234304"/>
            <a:ext cx="0" cy="1284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10" idx="2"/>
            <a:endCxn id="11" idx="0"/>
          </p:cNvCxnSpPr>
          <p:nvPr/>
        </p:nvCxnSpPr>
        <p:spPr>
          <a:xfrm>
            <a:off x="3952897" y="3234304"/>
            <a:ext cx="0" cy="1284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3" idx="0"/>
          </p:cNvCxnSpPr>
          <p:nvPr/>
        </p:nvCxnSpPr>
        <p:spPr>
          <a:xfrm>
            <a:off x="6560476" y="3734848"/>
            <a:ext cx="0" cy="784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344384" y="991540"/>
            <a:ext cx="943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网线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1645228" y="2110181"/>
            <a:ext cx="5251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串口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716145" y="3614606"/>
            <a:ext cx="7793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应用程序：</a:t>
            </a:r>
            <a:r>
              <a:rPr lang="en-US" altLang="zh-CN" dirty="0" smtClean="0"/>
              <a:t>MODBUS-RTU                 </a:t>
            </a:r>
            <a:r>
              <a:rPr lang="zh-CN" altLang="en-US" dirty="0" smtClean="0"/>
              <a:t>升级：</a:t>
            </a:r>
            <a:r>
              <a:rPr lang="en-US" altLang="zh-CN" dirty="0" smtClean="0"/>
              <a:t>CPPIV3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363808" y="3983718"/>
            <a:ext cx="8690994" cy="15697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温箱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360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172</Words>
  <Application>Microsoft Office PowerPoint</Application>
  <PresentationFormat>宽屏</PresentationFormat>
  <Paragraphs>43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A20标定系统拓扑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汪正波</dc:creator>
  <cp:lastModifiedBy>汪正波</cp:lastModifiedBy>
  <cp:revision>11</cp:revision>
  <dcterms:created xsi:type="dcterms:W3CDTF">2026-03-17T02:46:01Z</dcterms:created>
  <dcterms:modified xsi:type="dcterms:W3CDTF">2026-03-17T12:32:11Z</dcterms:modified>
</cp:coreProperties>
</file>